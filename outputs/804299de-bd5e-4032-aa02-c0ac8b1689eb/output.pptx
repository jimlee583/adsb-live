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b282ac7ef04c91" /><Relationship Type="http://schemas.openxmlformats.org/officeDocument/2006/relationships/extended-properties" Target="/docProps/app.xml" Id="R3a6c5f218af94715" /><Relationship Type="http://schemas.openxmlformats.org/officeDocument/2006/relationships/officeDocument" Target="/ppt/presentation.xml" Id="Rd354a210fa83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18b1c49e394524"/>
  </p:sldMasterIdLst>
  <p:notesMasterIdLst>
    <p:notesMasterId xmlns:r="http://schemas.openxmlformats.org/officeDocument/2006/relationships" r:id="R7222005a103145ef"/>
  </p:notesMasterIdLst>
  <p:sldIdLst>
    <p:sldId xmlns:r="http://schemas.openxmlformats.org/officeDocument/2006/relationships" id="256" r:id="R07ff7c5aa44f41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18b1c49e394524" /><Relationship Type="http://schemas.openxmlformats.org/officeDocument/2006/relationships/theme" Target="/ppt/theme/theme1.xml" Id="Rd881cf35dc7b4eba" /><Relationship Type="http://schemas.openxmlformats.org/officeDocument/2006/relationships/notesMaster" Target="/ppt/notesMasters/notesMaster1.xml" Id="R7222005a103145ef" /><Relationship Type="http://schemas.openxmlformats.org/officeDocument/2006/relationships/presProps" Target="/ppt/presProps.xml" Id="R1fd1dc9a62e14638" /><Relationship Type="http://schemas.openxmlformats.org/officeDocument/2006/relationships/viewProps" Target="/ppt/viewProps.xml" Id="R873f8939afeb46fd" /><Relationship Type="http://schemas.openxmlformats.org/officeDocument/2006/relationships/tableStyles" Target="/ppt/tableStyles.xml" Id="R23b900e192b74113" /><Relationship Type="http://schemas.openxmlformats.org/officeDocument/2006/relationships/slide" Target="/ppt/slides/slide1.xml" Id="R07ff7c5aa44f41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9e13085e4546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4f75d27c5648b1" /><Relationship Type="http://schemas.openxmlformats.org/officeDocument/2006/relationships/notesMaster" Target="/ppt/notesMasters/notesMaster1.xml" Id="Rcb9a6f23dfc745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adsb-live is a local Qt desktop app. Default view is a 1090 MHz PSD plus max-hold waterfall from a FlightAware / RTL-SDR dongle. Pass --decode to demodulate Mode-S/ADS-B via a child dump1090 process; add --lat/--lon for the receiver-centered polar map and selected-aircraft telemetry. --record writes SQLite snapshots; --replay plays them back without hardware. Only one program can hold the dongle at a time. Demo mode (shown) uses a synthetic source so the waterfall still scrolls without a radio.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adsb-live README and architecture notes; demo-mode window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a99892b1bd4a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D805AF88-5B3D-453E-A028-0C73B805AEE4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B32EEEB9-1D33-42B4-A89F-1060A78CFD9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413927F-2971-46ED-845A-8917A48992D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81A61D-953B-4E43-8DC5-6366E742236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4C7278-D5BF-446C-AD9E-74471A2CFCA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215a46f5abc4f34" /><Relationship Type="http://schemas.openxmlformats.org/officeDocument/2006/relationships/slideLayout" Target="/ppt/slideLayouts/slideLayout2.xml" Id="R961c851988684b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5738F8-4016-487E-AD78-42D146705F6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61c851988684b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b27abc0eb4c84" /><Relationship Type="http://schemas.openxmlformats.org/officeDocument/2006/relationships/image" Target="/ppt/media/image.jpeg" Id="R3d334b4eb2d44530" /><Relationship Type="http://schemas.openxmlformats.org/officeDocument/2006/relationships/image" Target="/ppt/media/image.png" Id="R86bb69bfc44042ab" /><Relationship Type="http://schemas.openxmlformats.org/officeDocument/2006/relationships/notesSlide" Target="/ppt/notesSlides/notesSlide1.xml" Id="Rba8207c1c58e4e3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A4C7278-D5BF-446C-AD9E-74471A2CFC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34b4eb2d4453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FA06E-D85A-4955-BCA1-7DD3618C2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38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>
              <a:alpha val="7764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B0470-BF33-4B3C-A89F-7DB4F113D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57150" cy="516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06F65-AC63-46FF-890F-AE83F467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DDC97"/>
                </a:solidFill>
              </a:defRPr>
            </a:pPr>
            <a:r>
              <a:rPr sz="900" b="1">
                <a:solidFill>
                  <a:srgbClr val="3DDC97"/>
                </a:solidFill>
              </a:rPr>
              <a:t>DESKTOP RF TOOL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967EE-292D-4745-A677-C3BEFD42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239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4F7FA"/>
                </a:solidFill>
              </a:defRPr>
            </a:pPr>
            <a:r>
              <a:rPr sz="3300" b="1">
                <a:solidFill>
                  <a:srgbClr val="F4F7FA"/>
                </a:solidFill>
              </a:rPr>
              <a:t>adsb-live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0269C-AABD-44FC-AE8A-A6621328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5D0D8"/>
                </a:solidFill>
              </a:defRPr>
            </a:pPr>
            <a:r>
              <a:rPr sz="1200" b="0">
                <a:solidFill>
                  <a:srgbClr val="C5D0D8"/>
                </a:solidFill>
              </a:rPr>
              <a:t>Watch live 1090 MHz ADS-B spectrum from an</a:t>
            </a:r>
          </a:p>
          <a:p xmlns:a="http://schemas.openxmlformats.org/drawingml/2006/main">
            <a:pPr algn="l">
              <a:defRPr sz="1200" b="0">
                <a:solidFill>
                  <a:srgbClr val="C5D0D8"/>
                </a:solidFill>
              </a:defRPr>
            </a:pPr>
            <a:r>
              <a:rPr sz="1200" b="0">
                <a:solidFill>
                  <a:srgbClr val="C5D0D8"/>
                </a:solidFill>
              </a:rPr>
              <a:t>RTL-SDR, then decode the aircraft.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74CBC-5228-4078-8FAB-C016C13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905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C28">
              <a:alpha val="80000"/>
            </a:srgbClr>
          </a:solidFill>
          <a:ln xmlns:a="http://schemas.openxmlformats.org/drawingml/2006/main" w="7620">
            <a:solidFill>
              <a:srgbClr val="5CE1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850A2-A7C4-4F36-9B27-59F0987A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A47EA1-0520-4FA0-92ED-8A139C00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95550"/>
            <a:ext cx="3600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83D"/>
                </a:solidFill>
              </a:defRPr>
            </a:pPr>
            <a:r>
              <a:rPr sz="900" b="1">
                <a:solidFill>
                  <a:srgbClr val="D7A83D"/>
                </a:solidFill>
              </a:rPr>
              <a:t>SPECTRUM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010BEC-A683-4D5C-AD15-3E8F16EF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Live PSD and a max-hold waterfall —</a:t>
            </a:r>
          </a:p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verify antenna, gain, and RF.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E3FB59-2BDD-426B-92CE-152DE8C8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3905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C28">
              <a:alpha val="80000"/>
            </a:srgbClr>
          </a:solidFill>
          <a:ln xmlns:a="http://schemas.openxmlformats.org/drawingml/2006/main" w="7620">
            <a:solidFill>
              <a:srgbClr val="5CE1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09E7C4-B818-40E6-8020-9F2CB585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15469-209B-4ADD-A9BE-2E82C62E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90950"/>
            <a:ext cx="3600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83D"/>
                </a:solidFill>
              </a:defRPr>
            </a:pPr>
            <a:r>
              <a:rPr sz="900" b="1">
                <a:solidFill>
                  <a:srgbClr val="D7A83D"/>
                </a:solidFill>
              </a:rPr>
              <a:t>DECODE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8EC7F-BFA4-4B84-AB00-4B586EDC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Feed the same live signal into</a:t>
            </a:r>
          </a:p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dump1090 for a table, polar map, and</a:t>
            </a:r>
          </a:p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telemetry.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8E941F-4922-44E5-A075-F16E8581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3905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0D1C28">
              <a:alpha val="80000"/>
            </a:srgbClr>
          </a:solidFill>
          <a:ln xmlns:a="http://schemas.openxmlformats.org/drawingml/2006/main" w="7620">
            <a:solidFill>
              <a:srgbClr val="5CE1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482C94-95F4-4F10-8D63-C15029C4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47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C9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A175FB-F6C3-4F3C-B562-432862DE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86350"/>
            <a:ext cx="3600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7A83D"/>
                </a:solidFill>
              </a:defRPr>
            </a:pPr>
            <a:r>
              <a:rPr sz="900" b="1">
                <a:solidFill>
                  <a:srgbClr val="D7A83D"/>
                </a:solidFill>
              </a:rPr>
              <a:t>RECORD / REPLAY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B54C5-B2A7-4455-8640-07200BDA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3600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Save SQLite snapshots and replay later</a:t>
            </a:r>
          </a:p>
          <a:p xmlns:a="http://schemas.openxmlformats.org/drawingml/2006/main">
            <a:pPr algn="l">
              <a:defRPr sz="1125" b="0">
                <a:solidFill>
                  <a:srgbClr val="F4F7FA"/>
                </a:solidFill>
              </a:defRPr>
            </a:pPr>
            <a:r>
              <a:rPr sz="1125" b="0">
                <a:solidFill>
                  <a:srgbClr val="F4F7FA"/>
                </a:solidFill>
              </a:rPr>
              <a:t>without a dongle.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A7C28-E3FB-4C42-A1C2-A9E9718F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857250"/>
            <a:ext cx="6743700" cy="4019550"/>
          </a:xfrm>
          <a:prstGeom xmlns:a="http://schemas.openxmlformats.org/drawingml/2006/main" prst="roundRect">
            <a:avLst>
              <a:gd name="adj" fmla="val 1896"/>
            </a:avLst>
          </a:prstGeom>
          <a:solidFill xmlns:a="http://schemas.openxmlformats.org/drawingml/2006/main">
            <a:srgbClr val="0B1A24"/>
          </a:solidFill>
          <a:ln xmlns:a="http://schemas.openxmlformats.org/drawingml/2006/main" w="15240">
            <a:solidFill>
              <a:srgbClr val="5CE1E6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bb69bfc44042ab"/>
          <a:srcRect xmlns:a="http://schemas.openxmlformats.org/drawingml/2006/main" l="108" t="0" r="1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914400"/>
            <a:ext cx="6629400" cy="3905250"/>
          </a:xfrm>
          <a:prstGeom xmlns:a="http://schemas.openxmlformats.org/drawingml/2006/main" prst="round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29E951-101E-43E4-BC41-CF39E4F1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72050"/>
            <a:ext cx="662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9AA6"/>
                </a:solidFill>
              </a:defRPr>
            </a:pPr>
            <a:r>
              <a:rPr sz="975" b="0">
                <a:solidFill>
                  <a:srgbClr val="8A9AA6"/>
                </a:solidFill>
              </a:rPr>
              <a:t>Demo window: power spectrum on top, 5-second waterfall below.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42D16-B761-4F46-9548-986CCDC6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24840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9AA6"/>
                </a:solidFill>
              </a:defRPr>
            </a:pPr>
            <a:r>
              <a:rPr sz="900" b="0">
                <a:solidFill>
                  <a:srgbClr val="8A9AA6"/>
                </a:solidFill>
              </a:rPr>
              <a:t>Local desktop app for macOS, Linux, and Windows</a:t>
            </a:r>
          </a:p>
        </p:txBody>
      </p:sp>
    </p:spTree>
    <p:extLst>
      <p:ext uri="{BB962C8B-B14F-4D97-AF65-F5344CB8AC3E}">
        <p14:creationId xmlns:p14="http://schemas.microsoft.com/office/powerpoint/2010/main" val="796213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2026-09-16T03:27:59.2560000Z</dcterms:created>
  <dcterms:modified xsi:type="dcterms:W3CDTF">2026-09-16T03:27:59.2560000Z</dcterms:modified>
</coreProperties>
</file>